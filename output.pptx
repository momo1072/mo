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Entscheidungsvorlage – Zentrale Datenspeicherinfrastruktur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Projekt: Neuer Standort Klemmbausteine GmbH – Singen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Rolle: IT‑Projektteam – Storage‑Konzeption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Ressourcen: 12 × 4 TB identische Festplatten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#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1. Definition RAID und Bedeutung für die Klemmbausteine GmbH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Was ist RAID?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RAID (Redundant Array of Independent Disks) bezeichnet den Zusammenschluss mehrerer physischer Festplatten zu einem logischen Laufwerk, um: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die Performance (Geschwindigkeit),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die Ausfallsicherheit und/oder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die Speicherkapazität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gezielt zu verbessern – abhängig vom eingesetzten RAID‑Level.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Warum ist ein durchdachtes Speichersystem unerlässlich?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Für die Klemmbausteine GmbH ist ein strukturiertes Speicherkonzept entscheidend, da: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42976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unterschiedliche Abteilungen unterschiedliche Prioritäten haben (Geschwindigkeit vs. Sicherheit),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6634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kritische Unternehmensdaten geschützt werden müssen,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Hardware‑Ressourcen wirtschaftlich genutzt werden sollen,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97280" y="1280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Ausfälle zu Produktionsstillstand oder Datenverlust führen können.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Ein falsch gewähltes RAID‑System kann entweder unnötige Kosten verursachen oder geschäftskritische Risiken darstellen.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2. Vergleich relevanter RAID‑Level (0, 1, 5, 6)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Überblickstabelle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#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RAID 0 – Striping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Daten werden auf alle Festplatten verteilt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17373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Maximale Performance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Keine Redundanz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Ausfall einer HDD = Totalverlust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 Geeignet für hohe Geschwindigkeit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❌ Nicht für kritische Daten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#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RAID 1 – Mirroring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Daten werden gespiegelt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17373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Hohe Datensicherheit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- 50 % der Kapazität nutzbar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 Sehr sicher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❌ Hoher Kapazitätsverlust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#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RAID 5 – Striping mit Parität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Daten + Paritätsinformationen verteilt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17373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Gute Balance aus Kapazität &amp; Sicherheit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Paritätsprinzip (einfach erklärt):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Zusätzlich zu den Nutzdaten wird eine Prüfinformation berechnet.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Fällt eine Festplatte aus, können die fehlenden Daten rechnerisch rekonstruiert werden.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 Effizient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❌ Schreibvorgänge langsamer (Paritätsberechnung)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#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RAID 6 – Doppelte Parität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Wie RAID 5, aber mit zwei Paritätsinformationen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17373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Zwei Festplatten dürfen gleichzeitig ausfallen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 Sehr hohe Sicherheit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❌ Stark reduzierte Schreibperformance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#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3. Entwurf der Speicherlösung für den Standort Singen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Vorhandene Ressourcen: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17373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- 12 × 4 TB Festplatten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Gesamtbrutto: 48 TB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#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Abteilung 1: Marketing &amp; Design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Anforderungen: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17373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Maximale Lese‑/Schreibgeschwindigkeit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Große Mediendateien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Daten extern gesichert → Ausfallsicherheit zweitrangig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Empfohlenes System: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🔹 RAID 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Zuweisung: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4 × 4 TB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2976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Berechnung: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46634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Netto-Kapazität: 16 TB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Performance: Sehr hoch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1280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 Optimal für Video‑ und Bildbearbeitung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❌ Kein Schutz → bewusst akzeptiert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#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Abteilung 2: Verwaltung &amp; Buchhaltung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Anforderungen: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17373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Höchste Ausfallsicherheit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Kritische Unternehmensdaten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Moderates Datenvolumen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Empfohlenes System: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🔹 RAID 6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Zuweisung: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4 × 4 TB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2976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Berechnung: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46634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Netto-Kapazität: (4‑2) × 4 TB = 8 TB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Performance: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1280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- Lesen: gut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- Schreiben: reduziert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 Schutz selbst bei doppeltem HDD‑Ausfall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 Sehr hohe Datensicherheit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#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Abteilung 3: Archivierung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Anforderungen: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17373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Hohe Kapazität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Geringe Kosten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Schutz vor Ausfall einer HDD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Empfohlenes System: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🔹 RAID 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Zuweisung: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4 × 4 TB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2976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Berechnung: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46634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Netto-Kapazität: (4‑1) × 4 TB = 12 TB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Performance: ausreichend für Archivzugriffe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1280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 Kosteneffizient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 Grundlegende Sicherheit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#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4. Hardware‑RAID vs. Software‑RAID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Gegenüberstellung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#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Empfehlung für die Klemmbausteine GmbH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🔹 Hardware‑RAID mit batteriegestütztem Cache (BBU)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Begründung: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Paritäts‑RAIDs verursachen hohe Rechenlast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Hardware‑RAID arbeitet unabhängig vom Server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BBU schützt Schreibdaten bei Stromausfall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Erhöht Datenkonsistenz &amp; Ausfallsicherheit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 Besonders wichtig für Verwaltung &amp; Buchhaltung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#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5. RAID ist kein Backup – warum?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Warum ersetzt RAID kein Backup?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RAID schützt nur vor Festplattenausfall, nicht vor: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Benutzerfehlern (Löschen)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Malware / Ransomware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Softwarefehlern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Brand, Diebstahl oder Überspannung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➡️ Gelöschte oder verschlüsselte Daten werden sofort repliziert!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Notwendige Zusatzmaßnahmen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2976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 Separate Backup‑Strategie, z. B.: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46634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Regelmäßige Offline‑Backups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Externe Backup‑Systeme / Cloud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97280" y="1280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Versionierte Sicherungen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1645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Räumlich getrennte Datenspeicherung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Merksatz (prüfungsreif):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-&gt;&gt; RAID erhöht die Verfügbarkeit – Backup schützt die Daten.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#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Datensicherheit, Datenschutz &amp; Datensicherung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##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Rechercheergebnisse &amp; Diskussionsgrundlage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#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1. Datensicherheit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Definition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Datensicherheit bezeichnet alle technischen und organisatorischen Maßnahmen, mit denen Daten geschützt werden – unabhängig davon, ob sie personenbezogen sind oder nicht. Ziel ist der Schutz vor Verlust, Manipulation und unbefugtem Zugriff.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Zentrale Schutzziele der Datensicherheit sind: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Vertraulichkeit – nur berechtigte Personen dürfen zugreifen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Integrität – Daten dürfen nicht unbemerkt verändert werden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Verfügbarkeit – Daten müssen bei Bedarf nutzbar sein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#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Beispiele für Maßnahmen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Zugriffskontrollen (Benutzerrechte, Passwörter)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17373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Firewalls &amp; Antivirenprogramme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Verschlüsselung (z. B. Festplatten‑ oder Transportverschlüsselung)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RAID‑Systeme zur Erhöhung der Verfügbarkeit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Merksatz: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Datensicherheit schützt Daten selbst – egal, von wem sie stammen.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#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2. Datenschutz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Definition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Datenschutz schützt die Rechte natürlicher Personen in Bezug auf ihre - personenbezogenen Daten. Er ist rechtlich geregelt, vor allem durch die DSGVO und das Bundesdatenschutzgesetz (BDSG).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Personenbezogene Daten sind z. B.: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Name, Adresse, E‑Mail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Personalnummer, Kontodaten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IP‑Adresse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##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Kerngrundsätze des Datenschutzes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Rechtmäßigkeit der Verarbeitung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17373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Zweckbindung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Datenminimierung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Speicherbegrenzung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Transparenz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##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Wichtig: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Datenschutz regelt wann, warum und wie personenbezogene Daten verarbeitet werden dürfen – nicht primär die Technik.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Merksatz: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Datenschutz schützt Menschen, nicht die Technik.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#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3. Datensicherung (Backup)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Definition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Datensicherung umfasst alle Maßnahmen zur Wiederherstellung von Daten, wenn diese verloren gegangen, beschädigt oder gelöscht wurden.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Datensicherung ist ein wesentlicher Bestandteil von Datensicherheit und Datenschutz, besonders bei personenbezogenen Daten.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#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Typische Ursachen für Datenverlust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Hardwaredefekte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17373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Benutzerfehler (versehentliches Löschen)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Malware / Ransomware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Brand, Diebstahl, Überspannung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#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Beispiele für Datensicherung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Regelmäßige Backups (täglich / wöchentlich)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17373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Externe Datenträger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Cloud‑Backups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Versionierte Sicherungen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Wichtige Abgrenzung: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RAID ≠ Backup, da RAID gelöschte oder beschädigte Daten sofort übernimmt.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#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4. Abgrenzung der Begriffe (Übersicht)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#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5. Bedeutung für Unternehmen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Unternehmen sind verpflichtet: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17373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Datenschutz rechtlich einzuhalten (DSGVO)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Datensicherheit technisch umzusetzen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Datensicherung regelmäßig durchzuführen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Verstöße können führen zu: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Datenverlust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566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Betriebsunterbrechungen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3931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Image‑Schäden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976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Hohe Bußgelder nach DSGVO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6634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#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6. Diskussionsgrundlage – offene Fragen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Diese Fragen eignen sich perfekt für die Diskussion nach der Vorstellung: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17373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1. Reicht ein RAID‑System aus, um Daten zu schützen?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2. Wo liegt in der Praxis die größte Gefahr: Technik oder Mensch?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3. Wie lassen sich Datenschutz und Datensicherheit sinnvoll verbinden?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4. Welche Verantwortung haben Mitarbeitende im Datenschutz?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5. Wie oft sollten Backups durchgeführt werden – und wo?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Optional für Vertiefung: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3931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Cloud‑Backup vs. lokales Backup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976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Datenschutz im Homeoffice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6634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- Ransomware‑Schutz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#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✅ Kurz‑Zusammenfassung (Prüfungs‑ &amp; Vortragsantwort)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Datensicherheit schützt Daten technisch, Datenschutz schützt Menschen rechtlich und Datensicherung stellt Daten nach Verlust wieder her. Alle drei Bereiche sind notwendig und ergänzen sich gegenseitig.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2026-04-23T06:31:29Z</dcterms:created>
  <dcterms:modified xsi:type="dcterms:W3CDTF">2026-04-23T06:31:29Z</dcterms:modified>
</cp:coreProperties>
</file>